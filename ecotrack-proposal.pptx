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Beranda /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Halaman utama berisi ringkasan aktivitas harian, target yang tercapai, dan progress keseluruhan. Pengguna dapat melihat profil mereka, jumlah poin yang diperoleh, serta tips ekologi yang relevan.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Catat Aktivitas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Fitur pencatatan aktivitas harian pengguna. Pengguna dapat menambahkan aktivitas baru beserta jenisnya (olahraga, belajar, dll.) dan durasi yang dihabiskan.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Hasil &amp; Laporan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Menampilkan laporan lengkap berdasarkan aktivitas yang telah dicatat. Pengguna dapat melihat detail setiap aktivitas, termasuk poin yang diperoleh dan durasi.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Statistik &amp; Grafik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Menampilkan data statistik aktivitas pengguna dalam bentuk grafik. Meliputi grafik batang (bar chart) dan grafik garis (line chart) untuk melihat tren aktivitas dari waktu ke waktu.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Tantangan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Fitur tantangan harian yang memberikan tugas spesifik kepada pengguna. Setiap tantangan memiliki deskripsi, target, dan hadiah berupa poin atau badge.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Tips Ekologi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Halaman berisi kumpulan tips dan trik ekologi yang dapat diterapkan dalam kehidupan sehari-hari. Setiap tips disajikan secara ringkas dan informatif.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Profil &amp; Pencapaian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Menampilkan profil pengguna beserta pencapaian yang telah diraih. Meliputi informasi akun, level, total poin, dan riwayat pencapaian.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Badge &amp;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Menampilkan badge-badge yang telah diperoleh pengguna beserta level mereka. Setiap badge mewakili pencapaian tertentu yang harus dicapai.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8F3"/>
                </a:solidFill>
              </a:defRPr>
            </a:pPr>
            <a:r>
              <a:t>Riwayat Aktivitas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31A"/>
                </a:solidFill>
              </a:defRPr>
            </a:pPr>
            <a:r>
              <a:t>Menampilkan seluruh riwayat aktivitas pengguna yang telah dicatat. Pengguna dapat melihat aktivitas harian, mingguan, dan bulanan secara lengkap.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5C3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